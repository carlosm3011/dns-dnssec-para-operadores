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698767d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698767d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98767da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698767da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stitucional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2" y="744575"/>
            <a:ext cx="6312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lternativa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2" y="744575"/>
            <a:ext cx="6312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28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7" name="Google Shape;17;p3" title="url_bl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688" y="4663225"/>
            <a:ext cx="1790624" cy="2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media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53425"/>
              </a:buClr>
              <a:buSzPts val="2800"/>
              <a:buNone/>
              <a:defRPr sz="2800">
                <a:solidFill>
                  <a:srgbClr val="C534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2" y="744575"/>
            <a:ext cx="6312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Title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 por su atenci</a:t>
            </a:r>
            <a:r>
              <a:rPr lang="es"/>
              <a:t>ón</a:t>
            </a:r>
            <a:r>
              <a:rPr lang="es"/>
              <a:t>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